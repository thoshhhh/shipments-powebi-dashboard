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46902"/>
            <a:ext cx="18288000" cy="1264785"/>
          </a:xfrm>
          <a:custGeom>
            <a:avLst/>
            <a:gdLst/>
            <a:ahLst/>
            <a:cxnLst/>
            <a:rect r="r" b="b" t="t" l="l"/>
            <a:pathLst>
              <a:path h="1264785" w="18288000">
                <a:moveTo>
                  <a:pt x="0" y="0"/>
                </a:moveTo>
                <a:lnTo>
                  <a:pt x="18288000" y="0"/>
                </a:lnTo>
                <a:lnTo>
                  <a:pt x="18288000" y="1264785"/>
                </a:lnTo>
                <a:lnTo>
                  <a:pt x="0" y="12647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38" r="0" b="-47203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46902"/>
            <a:ext cx="1311615" cy="1264785"/>
          </a:xfrm>
          <a:custGeom>
            <a:avLst/>
            <a:gdLst/>
            <a:ahLst/>
            <a:cxnLst/>
            <a:rect r="r" b="b" t="t" l="l"/>
            <a:pathLst>
              <a:path h="1264785" w="1311615">
                <a:moveTo>
                  <a:pt x="0" y="0"/>
                </a:moveTo>
                <a:lnTo>
                  <a:pt x="1311615" y="0"/>
                </a:lnTo>
                <a:lnTo>
                  <a:pt x="1311615" y="1264785"/>
                </a:lnTo>
                <a:lnTo>
                  <a:pt x="0" y="1264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702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DAG9QLv-jp0</dc:identifier>
  <dcterms:modified xsi:type="dcterms:W3CDTF">2011-08-01T06:04:30Z</dcterms:modified>
  <cp:revision>1</cp:revision>
</cp:coreProperties>
</file>